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292D"/>
    <a:srgbClr val="C8A4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4555CF-19D3-70A3-8617-4A1A17B42B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8B7526E-A573-0439-8119-AE13C16A5D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2B93431-A239-E5E4-4BD4-7C59F73C0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98310-289E-4EC8-9A3E-CFFF37C28B8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F02B416-E40A-7586-78D7-F69F5D5FF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348A863-09EF-8F6C-E2C5-8F952A973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1264-1250-45D3-96A8-9FE5722EABB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891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63F82A-649E-7A28-DC4F-C7BE06CFE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AE39B55-DA9F-4992-D7CA-A374F2C54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77C1565-47A2-7E2B-8E55-53B0EC80F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98310-289E-4EC8-9A3E-CFFF37C28B8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E102F8-6149-7519-AE53-7C633E81D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9AC54F7-4E4D-5DE3-DD2A-08C4DF114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1264-1250-45D3-96A8-9FE5722EABB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8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C943EC-21D9-4A1F-D64D-432D242FB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93AFF07-56E6-0CCC-C8CE-5376ABD693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F8299CF-575C-8EDC-8948-E46B5E2E3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98310-289E-4EC8-9A3E-CFFF37C28B8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5040E-9051-1207-8D6B-FB03BF4E1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E836E4D-1DA0-AA98-18D4-F1218718C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1264-1250-45D3-96A8-9FE5722EABB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674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44D5F7-9693-338C-DD08-B14C3F14B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51AFBD7-A4FA-2F3B-CCC6-AF2A309B1B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FF3DC9F-382E-435B-670B-222F5B1E6B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C0B3421-E5CB-1693-CD1E-B5C63F785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98310-289E-4EC8-9A3E-CFFF37C28B8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D1E6AB8-EE54-0852-B328-1D4EA7830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B624E7B-E4C1-45DB-FC29-7DA8B3E67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1264-1250-45D3-96A8-9FE5722EABB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718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B6B0C2-09AB-2C2A-81A9-36287FBE6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59C67C1-A0A9-E6CD-898B-007E78777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36911BF-27EF-5998-0A70-8265B58E0D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4E27DF7-18E1-DAE3-4B59-3D31058963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A3199E0-FE47-DD08-BC0B-1EF4D39A6A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40B8F85-06BB-F8A4-7D67-8601F8A32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98310-289E-4EC8-9A3E-CFFF37C28B8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B2F57A1-45C9-05FA-F723-832AB7DAA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6F4AAA5-AE7F-83D5-9ED7-BF1562964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1264-1250-45D3-96A8-9FE5722EABB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199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257641-A3DE-BFE5-15A1-0C93AF56C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A5B53FD-BABC-E2BB-C972-1571F7751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98310-289E-4EC8-9A3E-CFFF37C28B8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FBECC87-1B43-BE6B-5D19-4EABB9F11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46B37A2-8D5B-1D15-6453-ECFDF3370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1264-1250-45D3-96A8-9FE5722EABB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172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16FD4FD-798A-F27C-0077-3DCF6C918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98310-289E-4EC8-9A3E-CFFF37C28B8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D7CBEDC-A8EF-B820-05D3-E2F4FA4B5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581F376-E44C-D29C-66BC-6032D411E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1264-1250-45D3-96A8-9FE5722EABB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715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E41330-2FFB-C292-FDE0-5C271DE0C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FAD7807-EE83-1F69-E298-B2C5AC6A9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78BC39C-821C-26E3-E363-685D3EA6E7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E62CF7C-ADB5-DAF3-03B7-2A3B61E13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98310-289E-4EC8-9A3E-CFFF37C28B8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4A6F980-2D51-0940-F21F-57A1708D3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EFADF8A-F131-B8CA-A638-9420B6F4C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1264-1250-45D3-96A8-9FE5722EABB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858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66E403-9B53-5EA7-9576-58926919E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852970E-6A85-74A7-1533-96E05E4493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B39A7DD-9BA7-6A4D-F08C-31C4CAA8A6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2534E8E-639E-495B-94E2-57D2CF91F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98310-289E-4EC8-9A3E-CFFF37C28B8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67931B5-3E94-B64F-AE62-BFC174806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D0B1B31-35CC-108B-594D-DE0D2BAF3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1264-1250-45D3-96A8-9FE5722EABB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841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3EC4B9-C62D-D21A-7520-F7B73E247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68579CC-4190-1A07-6819-BCF03F8D5E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63FCA54-DFEE-8B96-1063-7F8868D51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98310-289E-4EC8-9A3E-CFFF37C28B8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1D575D-0B7C-88E4-5FB3-E2CF794F8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234CA96-9F9C-6BAB-14ED-936F2BD03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1264-1250-45D3-96A8-9FE5722EABB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570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AF10931-B795-AD61-A7D0-D2789464E2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A5BF16C-D156-1574-BF1C-0B38C83471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21CC47F-AED3-9E19-24EA-CB08C728A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98310-289E-4EC8-9A3E-CFFF37C28B8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9DDCA1-0E35-5CC1-A737-51F50B894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7A4780C-774A-A192-1F80-4377967ED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1264-1250-45D3-96A8-9FE5722EABB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372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ACBE2E7-0733-B464-DDC1-D5FDCC58A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22D18F1-E1DD-6EEC-C2FE-F9F7723E36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0A7504-7610-D237-7994-65F2C0B508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A98310-289E-4EC8-9A3E-CFFF37C28B8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B82B285-8B76-6596-DFD8-187E6B3349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97D2084-1195-4A7D-5A27-51B9AECDE2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C61264-1250-45D3-96A8-9FE5722EABB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968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2B774608-86EF-6385-1F05-72BC7C64A84B}"/>
              </a:ext>
            </a:extLst>
          </p:cNvPr>
          <p:cNvSpPr/>
          <p:nvPr/>
        </p:nvSpPr>
        <p:spPr>
          <a:xfrm>
            <a:off x="1872604" y="3298371"/>
            <a:ext cx="7317396" cy="2273554"/>
          </a:xfrm>
          <a:prstGeom prst="rect">
            <a:avLst/>
          </a:prstGeom>
          <a:solidFill>
            <a:srgbClr val="2429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BCF4C6D-8429-5CA5-14C0-47C2F154B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682" y="537472"/>
            <a:ext cx="8230749" cy="133369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53A673C3-71FD-4200-CB24-AD7445AFCE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657" t="43058" r="39586" b="3797"/>
          <a:stretch/>
        </p:blipFill>
        <p:spPr>
          <a:xfrm>
            <a:off x="4908094" y="4482192"/>
            <a:ext cx="1187906" cy="1089732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9E6A8E9B-36AC-6392-75A8-64393DE2A8A3}"/>
              </a:ext>
            </a:extLst>
          </p:cNvPr>
          <p:cNvSpPr txBox="1"/>
          <p:nvPr/>
        </p:nvSpPr>
        <p:spPr>
          <a:xfrm>
            <a:off x="1872604" y="3429000"/>
            <a:ext cx="72795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latin typeface="Bahnschrift SemiCondensed" panose="020B0502040204020203" pitchFamily="34" charset="0"/>
              </a:rPr>
              <a:t>LOVE REPLICATIONS </a:t>
            </a:r>
            <a:r>
              <a:rPr lang="en-US" sz="5400" b="1" dirty="0">
                <a:solidFill>
                  <a:srgbClr val="C8A464"/>
                </a:solidFill>
                <a:latin typeface="Bahnschrift SemiCondensed" panose="020B0502040204020203" pitchFamily="34" charset="0"/>
              </a:rPr>
              <a:t>WEEK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A93DC7A-E5D5-3899-E1C8-CB71DE14AEBB}"/>
              </a:ext>
            </a:extLst>
          </p:cNvPr>
          <p:cNvSpPr/>
          <p:nvPr/>
        </p:nvSpPr>
        <p:spPr>
          <a:xfrm>
            <a:off x="2029807" y="4306611"/>
            <a:ext cx="7002990" cy="45719"/>
          </a:xfrm>
          <a:prstGeom prst="rect">
            <a:avLst/>
          </a:prstGeom>
          <a:solidFill>
            <a:srgbClr val="C8A4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02B33B52-1AAE-4F8C-041C-A760216858C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73" r="5361"/>
          <a:stretch/>
        </p:blipFill>
        <p:spPr>
          <a:xfrm>
            <a:off x="822397" y="951385"/>
            <a:ext cx="7317396" cy="231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62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77EBA21E-C034-A913-D956-F53D15DD0DF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1343" y="2952684"/>
            <a:ext cx="1895740" cy="476316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4C3082B0-5D9D-55E0-A8B2-DC23FFE5254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393" y="791800"/>
            <a:ext cx="4372585" cy="146705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36E3EE79-0C72-80A5-7BBB-F5A3CFDD9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0" y="2605627"/>
            <a:ext cx="2857500" cy="904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8874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Breitbild</PresentationFormat>
  <Paragraphs>1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Bahnschrift SemiCondensed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Lukas Röseler</dc:creator>
  <cp:lastModifiedBy>Lukas Röseler</cp:lastModifiedBy>
  <cp:revision>5</cp:revision>
  <dcterms:created xsi:type="dcterms:W3CDTF">2025-12-05T07:59:56Z</dcterms:created>
  <dcterms:modified xsi:type="dcterms:W3CDTF">2025-12-09T10:38:17Z</dcterms:modified>
</cp:coreProperties>
</file>